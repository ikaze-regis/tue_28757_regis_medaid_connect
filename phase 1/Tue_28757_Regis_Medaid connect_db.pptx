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>
                <a:latin typeface="Helvetica"/>
              </a:defRPr>
            </a:pPr>
            <a:r>
              <a:rPr u="sng"/>
              <a:t>Medaid Connect </a:t>
            </a:r>
            <a:r>
              <a:rPr lang="en-US" u="sng"/>
              <a:t> </a:t>
            </a:r>
            <a:r>
              <a:rPr u="sng"/>
              <a:t>Project Overview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latin typeface="Helvetica"/>
              </a:defRPr>
            </a:pPr>
            <a:r>
              <a:t>Free online first</a:t>
            </a:r>
            <a:r>
              <a:rPr lang="en-US"/>
              <a:t> </a:t>
            </a:r>
            <a:r>
              <a:t>aid guidance platform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Provides instant, crystal</a:t>
            </a:r>
            <a:r>
              <a:rPr lang="en-US"/>
              <a:t> </a:t>
            </a:r>
            <a:r>
              <a:t>clear emergency instructions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Empowers untrained individuals to save lives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Reduces harm while waiting for professional help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Helvetica"/>
              </a:defRPr>
            </a:pPr>
            <a: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/>
          <a:p>
            <a:pPr>
              <a:defRPr>
                <a:latin typeface="Helvetica"/>
              </a:defRPr>
            </a:pPr>
            <a:r>
              <a:t>People lack confidence and knowledge in emergencies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Delayed or incorrect actions worsen injuries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Limited access to first</a:t>
            </a:r>
            <a:r>
              <a:rPr lang="en-US"/>
              <a:t> </a:t>
            </a:r>
            <a:r>
              <a:t>aid training, especially in remote areas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Need for accurate, step</a:t>
            </a:r>
            <a:r>
              <a:rPr lang="en-US"/>
              <a:t> </a:t>
            </a:r>
            <a:r>
              <a:t>by</a:t>
            </a:r>
            <a:r>
              <a:rPr lang="en-US"/>
              <a:t> </a:t>
            </a:r>
            <a:r>
              <a:t>step emergency instructions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Helvetica"/>
              </a:defRPr>
            </a:pPr>
            <a:r>
              <a:t>Context </a:t>
            </a:r>
            <a:r>
              <a:rPr lang="en-US"/>
              <a:t>and</a:t>
            </a:r>
            <a:r>
              <a:t> </a:t>
            </a:r>
            <a:r>
              <a:rPr lang="en-US"/>
              <a:t>t</a:t>
            </a:r>
            <a:r>
              <a:t>arget </a:t>
            </a:r>
            <a:r>
              <a:rPr lang="en-US"/>
              <a:t>u</a:t>
            </a:r>
            <a:r>
              <a:t>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/>
          <a:p>
            <a:pPr>
              <a:defRPr>
                <a:latin typeface="Helvetica"/>
              </a:defRPr>
            </a:pPr>
            <a:r>
              <a:t>Used in homes, schools, workplaces, and public areas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Accessible on phones, tablets, and computers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Beneficiaries: general public, caregivers, students, volunteers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Critical for remote or low</a:t>
            </a:r>
            <a:r>
              <a:rPr lang="en-US"/>
              <a:t> </a:t>
            </a:r>
            <a:r>
              <a:t>resource communities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Helvetica"/>
              </a:defRPr>
            </a:pPr>
            <a:r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>
                <a:latin typeface="Helvetica"/>
              </a:defRPr>
            </a:pPr>
            <a:r>
              <a:t>Provide fast, actionable first</a:t>
            </a:r>
            <a:r>
              <a:rPr lang="en-US"/>
              <a:t> </a:t>
            </a:r>
            <a:r>
              <a:t>aid steps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Improve emergency response</a:t>
            </a:r>
            <a:r>
              <a:rPr lang="en-US"/>
              <a:t> </a:t>
            </a:r>
            <a:r>
              <a:t>effectiveness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Increase survival and reduce long</a:t>
            </a:r>
            <a:r>
              <a:rPr lang="en-US"/>
              <a:t> </a:t>
            </a:r>
            <a:r>
              <a:t>term harm</a:t>
            </a:r>
            <a:r>
              <a:rPr lang="en-US"/>
              <a:t>.</a:t>
            </a:r>
          </a:p>
          <a:p>
            <a:pPr>
              <a:defRPr>
                <a:latin typeface="Helvetica"/>
              </a:defRPr>
            </a:pPr>
            <a:r>
              <a:t>Ensure accessibility through simple UI and language</a:t>
            </a:r>
            <a:r>
              <a:rPr lang="en-US"/>
              <a:t>.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latin typeface="Helvetica"/>
              </a:defRPr>
            </a:pPr>
            <a:r>
              <a:t>Business Intelligence (BI)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/>
          <a:p>
            <a:pPr>
              <a:defRPr>
                <a:latin typeface="Helvetica"/>
              </a:defRPr>
            </a:pPr>
            <a:r>
              <a:rPr lang="en-US" altLang="en-GB"/>
              <a:t>Know Which Guides Are Used The Most.</a:t>
            </a:r>
            <a:endParaRPr lang="en-US" altLang="en-GB"/>
          </a:p>
          <a:p>
            <a:pPr>
              <a:defRPr>
                <a:latin typeface="Helvetica"/>
              </a:defRPr>
            </a:pPr>
            <a:r>
              <a:rPr lang="en-US" altLang="en-GB"/>
              <a:t>Ask "Was This Guide Helpful?".</a:t>
            </a:r>
            <a:endParaRPr lang="en-US" altLang="en-GB"/>
          </a:p>
          <a:p>
            <a:pPr>
              <a:defRPr>
                <a:latin typeface="Helvetica"/>
              </a:defRPr>
            </a:pPr>
            <a:r>
              <a:rPr lang="en-US" altLang="en-GB"/>
              <a:t>See If People Can Finish The Instructions.</a:t>
            </a:r>
            <a:endParaRPr lang="en-US" altLang="en-GB"/>
          </a:p>
          <a:p>
            <a:pPr>
              <a:defRPr>
                <a:latin typeface="Helvetica"/>
              </a:defRPr>
            </a:pPr>
            <a:r>
              <a:rPr lang="en-US" altLang="en-GB"/>
              <a:t>Track most occurring emergencies.</a:t>
            </a:r>
            <a:endParaRPr lang="en-US" altLang="en-GB"/>
          </a:p>
          <a:p>
            <a:pPr>
              <a:defRPr>
                <a:latin typeface="Helvetica"/>
              </a:defRPr>
            </a:pPr>
            <a:r>
              <a:rPr lang="en-US" altLang="en-GB"/>
              <a:t>Period with most type of emergencies.</a:t>
            </a:r>
            <a:endParaRPr lang="en-US" altLang="en-GB"/>
          </a:p>
          <a:p>
            <a:pPr>
              <a:defRPr>
                <a:latin typeface="Helvetica"/>
              </a:defRPr>
            </a:pPr>
            <a:r>
              <a:rPr lang="en-US" altLang="en-GB"/>
              <a:t>Places with most types of emergencies.</a:t>
            </a:r>
            <a:endParaRPr lang="en-US" altLang="en-GB"/>
          </a:p>
          <a:p>
            <a:pPr>
              <a:defRPr>
                <a:latin typeface="Helvetica"/>
              </a:defRPr>
            </a:pP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WPS Presentation</Application>
  <PresentationFormat>On-screen Show (4:3)</PresentationFormat>
  <Paragraphs>38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SimSun</vt:lpstr>
      <vt:lpstr>Wingdings</vt:lpstr>
      <vt:lpstr>Arial</vt:lpstr>
      <vt:lpstr>Helvetica</vt:lpstr>
      <vt:lpstr>Calibri</vt:lpstr>
      <vt:lpstr>Microsoft YaHei</vt:lpstr>
      <vt:lpstr>Arial Unicode MS</vt:lpstr>
      <vt:lpstr>Office Theme</vt:lpstr>
      <vt:lpstr>Medaid Connect – Project Overview</vt:lpstr>
      <vt:lpstr>Problem Definition</vt:lpstr>
      <vt:lpstr>Context &amp; Target Users</vt:lpstr>
      <vt:lpstr>Project Goals</vt:lpstr>
      <vt:lpstr>Business Intelligence (BI) Potential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Regis</cp:lastModifiedBy>
  <cp:revision>6</cp:revision>
  <dcterms:created xsi:type="dcterms:W3CDTF">2013-01-27T09:14:00Z</dcterms:created>
  <dcterms:modified xsi:type="dcterms:W3CDTF">2025-11-17T20:55:02Z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5A2F84A7E54D4887B1DF31335420D8B1_13</vt:lpwstr>
  </property>
  <property fmtid="{D5CDD505-2E9C-101B-9397-08002B2CF9AE}" pid="3" name="KSOProductBuildVer">
    <vt:lpwstr>2057-12.2.0.23158</vt:lpwstr>
  </property>
</Properties>
</file>